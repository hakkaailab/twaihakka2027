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D348A8-535A-600C-9477-032562852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FF18F5A-5BA3-D8FB-8B98-872ECB76DC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C828E7-CDA9-D734-4E20-1D37C0D0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554F30A-9094-ED27-E30D-27089FA9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5843AD6-3DF9-6EF1-4CEC-4825A394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468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F086FD-18A7-78EB-0F48-086A84BB6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B7B522-FDEF-98D6-38A1-B17E66468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CDF7F8-30FE-155C-7F22-C59B075DC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43522C0-8FD1-B505-0AFC-98C778ABF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BC5A40-D07C-7CB1-5EB7-94B27831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3586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082A72-A64C-75AB-9254-BA324F76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D6F09AF-B034-0193-6F87-4A61881F9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3B3CF6-AE32-76C9-AE56-9ACD066E9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B1090DB-A6C1-2EF8-E5F5-735E38262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4BD47E-8CCE-F789-AEDA-A08F929BF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2331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C16886-96C0-9F4F-C9E6-3C8B7773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894F79-F3DB-367D-172A-C93053F5D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D602E2D-5B8F-E5AF-3B27-BE4D828C7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9896E24-FBF8-A5CF-6930-49EE1D7D8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B60EB8-2F30-60C7-FE2F-3E17A3AC7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A9CCED-B2F3-4623-3093-7172FB3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1439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CD2C27-DF48-A422-4057-C69335057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B379DEA-1829-AE6C-2A96-529A0CA64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F1ADCF-8738-39EB-3C93-43AB2C803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9EB81F7-8EB6-43E7-7955-0467DDBAE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D7428CB-C209-B18C-3B56-74A6FF0CA0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8428666-5C0B-D316-CF69-CEA8456D7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DD83FFD-0049-BA19-6931-C52F9A66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E6548E2-6CE6-E16A-1F97-C85632B08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1140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D6CCBC-F69F-5389-9CBF-A417FF66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5C8C5F8-A8F4-460E-4DF2-41FFC6DC4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FEC5888-42C9-7361-CD37-52D90C58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5B9897-B1EA-07E1-CF59-1FCA9F50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77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D0930CD-B4BE-521A-939E-7F445CCE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ECBB4E7-1E77-19F6-62C2-8F30EEA5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8BB135-C4AE-B761-4023-6AE72C1D2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587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7A05C1-C057-E8E5-9309-A5D5A41D5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52A7D1-6963-129A-4D64-4EED17F5E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E4ADC93-085B-1CC1-B88D-F2E6EAD95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C00DA2-DC4A-00C2-C0AF-05C72410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54FFC5-F1EE-8AEA-F7AD-AE7F897C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B830B65-F2CF-F073-685F-82CC8244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8239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4D8CD8-57DB-4551-B951-4E950E5AE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524EC69-7C2C-E91D-1836-E53F48A30F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B8D9B7-600E-2954-3F02-22C643AB0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C70900-8DE1-E492-3D38-D5952BEA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F051EE-6563-F16E-DD29-2A3E1E4C9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D0A25CF-CDB2-A967-742A-D00A6808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9868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D95A8-D4A2-AC32-317E-D239FA09A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72B74C-7B40-1902-14D6-DC407AD36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6493F4-AEA6-406B-3989-CA1E28AC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651011-08BE-03B7-3857-772BA7D40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BD0901-3908-ED21-1B94-D7C674FC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7444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2B29F58-4926-F9C9-9AE1-00AD88663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ECB105-C42A-98A0-2319-C43640E9C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3D1FD7-C6E6-5AFF-3B25-D866A02F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5A30EF-B268-B4DF-58F3-D476A1BCB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ABCA2D-4B61-BD35-E3F1-686B6D77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2582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571423D-6F8E-8ED5-DAF5-5C8D9079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5A6C703-F9B2-DE86-C304-64D93B563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7E76A3-2FE8-65CE-58D8-457D00D1B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C4FDF9-B6DF-4C11-B60D-55CBAD9E2B9F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D46B26-93B6-8D34-C581-AFB5B71EF1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12154E-42D4-4098-4021-51606CEB98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B8871-53C7-4542-9E0A-040FE6232ED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08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8DEE9B-0490-29EF-DC47-4136DE3D71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poster-template</a:t>
            </a:r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5AE13F-5B00-2067-EC9C-C7D8018DE6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80132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寬螢幕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poster-template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菁芸 許</dc:creator>
  <cp:lastModifiedBy>菁芸 許</cp:lastModifiedBy>
  <cp:revision>1</cp:revision>
  <dcterms:created xsi:type="dcterms:W3CDTF">2026-06-16T16:34:28Z</dcterms:created>
  <dcterms:modified xsi:type="dcterms:W3CDTF">2026-06-16T16:34:28Z</dcterms:modified>
</cp:coreProperties>
</file>